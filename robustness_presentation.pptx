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Logical Reasoning Robustness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Experimental Results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6096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bert_stage2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llama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llama_stage2_mixed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qwen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qwen_stage1_gen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qwen_stage2_dpo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qwen_stage2_mixed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qwen_stage2_mixed_aug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0.4875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variant1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0.9075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variant2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0.4500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variant3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0.9875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variant4_equiv_commutativity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0.4475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variant4_equiv_contrapositive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0.3175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0.3175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variant4_equiv_demorgan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0.1300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variant4_equiv_double_negation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0.4600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variant4_equiv_identity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0.5175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variant4_equiv_implication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0.5200</a:t>
                      </a:r>
                    </a:p>
                  </a:txBody>
                  <a:tcPr/>
                </a:tc>
              </a:tr>
              <a:tr h="609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variant4_equiv_multi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